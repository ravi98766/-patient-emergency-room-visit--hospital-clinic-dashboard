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DCE"/>
    <a:srgbClr val="02575C"/>
    <a:srgbClr val="F1D4BA"/>
    <a:srgbClr val="F3F3F3"/>
    <a:srgbClr val="F2F2F2"/>
    <a:srgbClr val="699F8C"/>
    <a:srgbClr val="92D05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C50C-F31B-4BBF-83BF-25A60831F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4AFCA-A5F6-4A10-BB7D-7BE24D542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E66FF-1E41-4726-A6CE-0AB8E043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60286-D7F9-49E2-962A-D2110FC5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C2DF3-85C9-45C2-A014-615CCD24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8F32-339C-4CEB-8B19-199070C6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BF78D-2710-4720-B791-222772E10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4148-F4EC-4032-8B6F-0596DD7E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3F85B-CB21-4F1F-B2BD-5D67BCBC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17603-C6C8-4600-BCCB-BD8443A1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2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DAAC-0EBD-4E2D-82DF-2720E889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8EEC5-F660-425E-915A-669D428DC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0C883-90F2-49A8-86EB-2EA2EFD9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C1FCD-AD48-4B76-AE47-0BCAF4E1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F072A-7267-4366-91FB-A2F4DA57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6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0992-CE60-4F65-9991-7396D268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DCA4A-5F6D-40BE-B788-E070BC3AC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90772-41B0-43B5-A965-0EE39A409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406C6-BE28-49D7-8096-1009165B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711D2-BB81-4FC5-8E29-AF34277A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FD85A-C1C7-49BD-890E-0932F0A6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4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B472-4B8D-4CCF-92B7-C1085361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7500C-D09D-4AEB-BB70-E02A28E92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6D286-037B-4A11-A948-91466FD92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0E9FCD-44AE-4A8F-8541-DFE7ABCD5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9CED8-9E73-431C-8C89-7E93B69C8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21852C-053B-4AB0-A8CD-AE6172210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2AA723-7BF3-45B9-8C56-2653A36B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8F689-99F4-4061-89D4-F8DE9300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5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30564-5CCB-4509-8C5E-0EEC00CE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850712-47A4-452D-9A9B-FA1356B1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F2A66-838E-466B-83E0-FBF8E1E1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5557B-8CFE-4231-B2FF-F25C2085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3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11CAD-9206-457D-BD27-17AF7E3B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3DCBB-7BE6-4276-9027-7E610BE6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F1E3C-E8CA-46C3-94ED-FB46192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3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52A6-13B3-489B-9D65-20E1224B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8447-F870-4EDF-BB96-D4B9C61C4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CEA67-5931-4909-BEA2-9DDFC4769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F591C-FF52-4A76-8E56-20361D4B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11A5E-4FBC-49DE-9211-48ED045D2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DA510-8319-4651-B537-B0FE4D0B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3E30-B1EB-407E-8BF8-7BE996EC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8412C-A263-4575-B7A0-D70D2771B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336EE-9E9D-4B1A-B6EC-14E6178FF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7CAEE-E2ED-43F0-A160-F5ED32F5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FEC00-E850-4DD4-AE4B-AE9C22A2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7E9B5-7875-4C0B-B5BD-ECB5E21B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3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96E0-305F-4011-AFE2-99670850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A7AEB-7D2C-42BD-8393-F2AA0A18C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D58C0-6506-480A-9530-1C0769E0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B7464-89FA-4B47-A7BC-EAE270D8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AFE10-6419-4FC6-A14D-E7FA8D2E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2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9B010-FDE2-4B6A-A6D7-E6B155861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29232-113F-49BE-A276-1CD462B54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FDD6C-D08B-48CE-9ADC-FFF34FE7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688A9-7BC5-4675-BA57-DB402795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1FCAD-E45B-4CBB-9B3A-09154CC4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74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43354">
              <a:schemeClr val="bg1"/>
            </a:gs>
            <a:gs pos="53000">
              <a:srgbClr val="92D050"/>
            </a:gs>
            <a:gs pos="29221">
              <a:schemeClr val="bg1"/>
            </a:gs>
            <a:gs pos="83000">
              <a:srgbClr val="92D050"/>
            </a:gs>
            <a:gs pos="100000">
              <a:srgbClr val="92D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9F187-D15A-4865-AE0D-6FEB1ED5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94265-7912-4A0D-80F0-7234F7635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B884F-7104-48C7-BC39-7B0A69518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8F24D-E374-4AF2-BBF6-7D0181384E8D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41AF1-7518-46D5-B36E-19B610B66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EB9D7-5738-4722-A127-80A4772B4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83CA9-BC43-4341-8110-4CFA51A2D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8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75000"/>
              </a:schemeClr>
            </a:gs>
            <a:gs pos="43354">
              <a:schemeClr val="bg1"/>
            </a:gs>
            <a:gs pos="53000">
              <a:srgbClr val="F1D4BA"/>
            </a:gs>
            <a:gs pos="29221">
              <a:schemeClr val="bg1"/>
            </a:gs>
            <a:gs pos="83000">
              <a:srgbClr val="C2EDCE"/>
            </a:gs>
            <a:gs pos="100000">
              <a:srgbClr val="02575C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2A8BEE7-29F5-49C9-9451-CF06BAABED53}"/>
              </a:ext>
            </a:extLst>
          </p:cNvPr>
          <p:cNvSpPr/>
          <p:nvPr/>
        </p:nvSpPr>
        <p:spPr>
          <a:xfrm>
            <a:off x="0" y="0"/>
            <a:ext cx="12191999" cy="450574"/>
          </a:xfrm>
          <a:prstGeom prst="round2SameRect">
            <a:avLst/>
          </a:prstGeom>
          <a:gradFill>
            <a:gsLst>
              <a:gs pos="21000">
                <a:schemeClr val="bg1">
                  <a:lumMod val="95000"/>
                </a:schemeClr>
              </a:gs>
              <a:gs pos="91000">
                <a:srgbClr val="C2EDCE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473A88-263A-46E2-BA95-CB70DF75064F}"/>
              </a:ext>
            </a:extLst>
          </p:cNvPr>
          <p:cNvSpPr/>
          <p:nvPr/>
        </p:nvSpPr>
        <p:spPr>
          <a:xfrm>
            <a:off x="98474" y="618979"/>
            <a:ext cx="2926080" cy="1688123"/>
          </a:xfrm>
          <a:prstGeom prst="roundRect">
            <a:avLst/>
          </a:prstGeom>
          <a:solidFill>
            <a:srgbClr val="02575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44E65E-246B-4234-9B3C-A94521FF33FF}"/>
              </a:ext>
            </a:extLst>
          </p:cNvPr>
          <p:cNvSpPr/>
          <p:nvPr/>
        </p:nvSpPr>
        <p:spPr>
          <a:xfrm>
            <a:off x="98474" y="2419236"/>
            <a:ext cx="2138289" cy="1688123"/>
          </a:xfrm>
          <a:prstGeom prst="roundRect">
            <a:avLst>
              <a:gd name="adj" fmla="val 7500"/>
            </a:avLst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006B8E-4EBD-4C6A-A206-344FB16285A0}"/>
              </a:ext>
            </a:extLst>
          </p:cNvPr>
          <p:cNvSpPr/>
          <p:nvPr/>
        </p:nvSpPr>
        <p:spPr>
          <a:xfrm>
            <a:off x="2335236" y="2419236"/>
            <a:ext cx="2602523" cy="1688123"/>
          </a:xfrm>
          <a:prstGeom prst="roundRect">
            <a:avLst>
              <a:gd name="adj" fmla="val 7500"/>
            </a:avLst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270500-E58D-4FB1-9819-65A370BE0E3D}"/>
              </a:ext>
            </a:extLst>
          </p:cNvPr>
          <p:cNvSpPr/>
          <p:nvPr/>
        </p:nvSpPr>
        <p:spPr>
          <a:xfrm>
            <a:off x="5036231" y="2419236"/>
            <a:ext cx="3179301" cy="1817891"/>
          </a:xfrm>
          <a:prstGeom prst="roundRect">
            <a:avLst>
              <a:gd name="adj" fmla="val 7500"/>
            </a:avLst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329231-1D1F-4E56-AB75-9C012C4E76BD}"/>
              </a:ext>
            </a:extLst>
          </p:cNvPr>
          <p:cNvSpPr/>
          <p:nvPr/>
        </p:nvSpPr>
        <p:spPr>
          <a:xfrm>
            <a:off x="8335104" y="1138108"/>
            <a:ext cx="3627123" cy="2996979"/>
          </a:xfrm>
          <a:prstGeom prst="roundRect">
            <a:avLst>
              <a:gd name="adj" fmla="val 7500"/>
            </a:avLst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A5D2AD13-C770-4744-BE6C-6D7C09F5186A}"/>
              </a:ext>
            </a:extLst>
          </p:cNvPr>
          <p:cNvSpPr/>
          <p:nvPr/>
        </p:nvSpPr>
        <p:spPr>
          <a:xfrm>
            <a:off x="5059677" y="576775"/>
            <a:ext cx="1237957" cy="1688123"/>
          </a:xfrm>
          <a:prstGeom prst="round2DiagRect">
            <a:avLst/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258F7650-9B2F-4921-83C1-6E4EFA85EE68}"/>
              </a:ext>
            </a:extLst>
          </p:cNvPr>
          <p:cNvSpPr/>
          <p:nvPr/>
        </p:nvSpPr>
        <p:spPr>
          <a:xfrm>
            <a:off x="3548572" y="590843"/>
            <a:ext cx="1237957" cy="1688123"/>
          </a:xfrm>
          <a:prstGeom prst="round2DiagRect">
            <a:avLst/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66EBAE79-9332-4234-9C2F-B99206C4EBE8}"/>
              </a:ext>
            </a:extLst>
          </p:cNvPr>
          <p:cNvSpPr/>
          <p:nvPr/>
        </p:nvSpPr>
        <p:spPr>
          <a:xfrm>
            <a:off x="6570782" y="604912"/>
            <a:ext cx="1237957" cy="1688123"/>
          </a:xfrm>
          <a:prstGeom prst="round2DiagRect">
            <a:avLst/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537DBF-7124-48EF-BFF5-9255E08C3FB9}"/>
              </a:ext>
            </a:extLst>
          </p:cNvPr>
          <p:cNvSpPr/>
          <p:nvPr/>
        </p:nvSpPr>
        <p:spPr>
          <a:xfrm>
            <a:off x="6454724" y="4280836"/>
            <a:ext cx="5615356" cy="2515822"/>
          </a:xfrm>
          <a:prstGeom prst="roundRect">
            <a:avLst>
              <a:gd name="adj" fmla="val 7500"/>
            </a:avLst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D366DF4A-BBCB-429C-95EC-9EDA54AC2BCA}"/>
              </a:ext>
            </a:extLst>
          </p:cNvPr>
          <p:cNvSpPr/>
          <p:nvPr/>
        </p:nvSpPr>
        <p:spPr>
          <a:xfrm>
            <a:off x="4747254" y="4280835"/>
            <a:ext cx="1624826" cy="2515822"/>
          </a:xfrm>
          <a:prstGeom prst="round2DiagRect">
            <a:avLst/>
          </a:prstGeom>
          <a:solidFill>
            <a:srgbClr val="02575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17845C-4FC9-4BD0-9CAB-EFE36F91185F}"/>
              </a:ext>
            </a:extLst>
          </p:cNvPr>
          <p:cNvSpPr/>
          <p:nvPr/>
        </p:nvSpPr>
        <p:spPr>
          <a:xfrm>
            <a:off x="98474" y="4159297"/>
            <a:ext cx="4566137" cy="2638507"/>
          </a:xfrm>
          <a:prstGeom prst="roundRect">
            <a:avLst>
              <a:gd name="adj" fmla="val 7500"/>
            </a:avLst>
          </a:prstGeom>
          <a:solidFill>
            <a:srgbClr val="F2F2F2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24EFEA-DDFA-4DB3-9950-8A2577891E97}"/>
              </a:ext>
            </a:extLst>
          </p:cNvPr>
          <p:cNvSpPr/>
          <p:nvPr/>
        </p:nvSpPr>
        <p:spPr>
          <a:xfrm>
            <a:off x="98474" y="656850"/>
            <a:ext cx="2874248" cy="1645919"/>
          </a:xfrm>
          <a:prstGeom prst="roundRect">
            <a:avLst/>
          </a:prstGeom>
          <a:solidFill>
            <a:schemeClr val="bg1"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2863C5B-B3DB-46D0-87A7-E1BB18D983C1}"/>
              </a:ext>
            </a:extLst>
          </p:cNvPr>
          <p:cNvSpPr/>
          <p:nvPr/>
        </p:nvSpPr>
        <p:spPr>
          <a:xfrm>
            <a:off x="3928043" y="618979"/>
            <a:ext cx="479013" cy="506437"/>
          </a:xfrm>
          <a:prstGeom prst="ellipse">
            <a:avLst/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1ABCBD-91A8-48A8-A3AF-9E386744B2FF}"/>
              </a:ext>
            </a:extLst>
          </p:cNvPr>
          <p:cNvSpPr/>
          <p:nvPr/>
        </p:nvSpPr>
        <p:spPr>
          <a:xfrm>
            <a:off x="5449518" y="631671"/>
            <a:ext cx="479013" cy="506437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F71EADC-B0CC-4773-8D6E-5AC3DF9314FD}"/>
              </a:ext>
            </a:extLst>
          </p:cNvPr>
          <p:cNvSpPr/>
          <p:nvPr/>
        </p:nvSpPr>
        <p:spPr>
          <a:xfrm>
            <a:off x="6950253" y="612124"/>
            <a:ext cx="479013" cy="506437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B9383C5-0B45-452B-9D96-9F9B2236DBEA}"/>
              </a:ext>
            </a:extLst>
          </p:cNvPr>
          <p:cNvSpPr/>
          <p:nvPr/>
        </p:nvSpPr>
        <p:spPr>
          <a:xfrm>
            <a:off x="4841148" y="4680548"/>
            <a:ext cx="479013" cy="506437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B06A14-0423-4670-834E-C5C16E4D3B0A}"/>
              </a:ext>
            </a:extLst>
          </p:cNvPr>
          <p:cNvSpPr/>
          <p:nvPr/>
        </p:nvSpPr>
        <p:spPr>
          <a:xfrm>
            <a:off x="4815230" y="5402664"/>
            <a:ext cx="479013" cy="50643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774F899-E513-4F20-9D5F-F51AE98DC149}"/>
              </a:ext>
            </a:extLst>
          </p:cNvPr>
          <p:cNvSpPr/>
          <p:nvPr/>
        </p:nvSpPr>
        <p:spPr>
          <a:xfrm>
            <a:off x="4820170" y="6124781"/>
            <a:ext cx="479013" cy="506437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76ED1D7-9B50-47A5-A4E0-EB746B2F8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007" y="724333"/>
            <a:ext cx="327296" cy="3272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33A57CD-48A1-46B8-8D5A-1429F4414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427" y="5441648"/>
            <a:ext cx="356484" cy="36509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C6CF543-C15D-4823-92DF-233C52775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854" y="4713473"/>
            <a:ext cx="395600" cy="33168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B340602-36D4-4118-87F9-A878CCD590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82853" y="6076021"/>
            <a:ext cx="381541" cy="50643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177FCCE-96BE-42C8-B281-76502C5AC93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06776" y="600470"/>
            <a:ext cx="321546" cy="51297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6F5A1D0-C77A-493C-A57C-07851CA707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" y="13821"/>
            <a:ext cx="445477" cy="422932"/>
          </a:xfrm>
          <a:prstGeom prst="rect">
            <a:avLst/>
          </a:prstGeom>
          <a:gradFill>
            <a:gsLst>
              <a:gs pos="61959">
                <a:srgbClr val="C2EDCE"/>
              </a:gs>
              <a:gs pos="30000">
                <a:srgbClr val="C2EDCE"/>
              </a:gs>
              <a:gs pos="83000">
                <a:srgbClr val="C2EDCE"/>
              </a:gs>
            </a:gsLst>
            <a:lin ang="5400000" scaled="1"/>
          </a:gradFill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82EEC39-3AF7-49CB-8816-E431AF9D08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253" y="631671"/>
            <a:ext cx="436163" cy="4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4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743DF4-FF40-41D6-A76E-9C54F7987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6017"/>
            <a:ext cx="12192000" cy="696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0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Pratap Singh [MBA - 2024]</dc:creator>
  <cp:lastModifiedBy>Ravi Pratap Singh [MBA - 2024]</cp:lastModifiedBy>
  <cp:revision>12</cp:revision>
  <dcterms:created xsi:type="dcterms:W3CDTF">2026-01-31T12:07:18Z</dcterms:created>
  <dcterms:modified xsi:type="dcterms:W3CDTF">2026-01-31T13:47:53Z</dcterms:modified>
</cp:coreProperties>
</file>